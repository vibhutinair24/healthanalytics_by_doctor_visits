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76" d="100"/>
          <a:sy n="76" d="100"/>
        </p:scale>
        <p:origin x="-216" y="-52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 smtClean="0">
                <a:solidFill>
                  <a:schemeClr val="tx1"/>
                </a:solidFill>
              </a:rPr>
              <a:t>Vibhuti Nair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Healthcare Data Analytics by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dirty="0" smtClean="0"/>
              <a:t>[write detail description about your project ] 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[Add screen shots of your code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37</Words>
  <Application>Microsoft Office PowerPoint</Application>
  <PresentationFormat>Custom</PresentationFormat>
  <Paragraphs>13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Healthcare Data Analytics by Doctor Visits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DELL</cp:lastModifiedBy>
  <cp:revision>74</cp:revision>
  <dcterms:created xsi:type="dcterms:W3CDTF">2021-07-11T13:13:15Z</dcterms:created>
  <dcterms:modified xsi:type="dcterms:W3CDTF">2026-09-17T13:10:30Z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